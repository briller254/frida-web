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DCD3F6-8401-B035-9C7D-440E2E28868B}" v="3051" dt="2024-04-06T09:02:09.142"/>
    <p1510:client id="{94E49638-728C-DFF7-0F13-E54D7E90949C}" v="45" dt="2024-04-06T06:32:30.3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11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5CD60141-EEBD-4EC1-8E34-0344C16A18A2}"/>
              </a:ext>
              <a:ext uri="{C183D7F6-B498-43B3-948B-1728B52AA6E4}">
                <adec:decorative xmlns:adec="http://schemas.microsoft.com/office/drawing/2017/decorative" val="1"/>
              </a:ext>
            </a:extLst>
          </p:cNvPr>
          <p:cNvSpPr/>
          <p:nvPr/>
        </p:nvSpPr>
        <p:spPr>
          <a:xfrm>
            <a:off x="5318308" y="0"/>
            <a:ext cx="6873692" cy="6858000"/>
          </a:xfrm>
          <a:custGeom>
            <a:avLst/>
            <a:gdLst>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0 w 12192000"/>
              <a:gd name="connsiteY6" fmla="*/ 0 h 6858000"/>
              <a:gd name="connsiteX7" fmla="*/ 6700 w 12192000"/>
              <a:gd name="connsiteY7" fmla="*/ 0 h 6858000"/>
              <a:gd name="connsiteX8" fmla="*/ 6700 w 12192000"/>
              <a:gd name="connsiteY8" fmla="*/ 6858000 h 6858000"/>
              <a:gd name="connsiteX9" fmla="*/ 0 w 12192000"/>
              <a:gd name="connsiteY9" fmla="*/ 6858000 h 6858000"/>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11328900 w 12192000"/>
              <a:gd name="connsiteY6" fmla="*/ 0 h 6858000"/>
              <a:gd name="connsiteX7" fmla="*/ 0 w 12192000"/>
              <a:gd name="connsiteY7" fmla="*/ 6858000 h 6858000"/>
              <a:gd name="connsiteX8" fmla="*/ 6700 w 12192000"/>
              <a:gd name="connsiteY8" fmla="*/ 0 h 6858000"/>
              <a:gd name="connsiteX9" fmla="*/ 6700 w 12192000"/>
              <a:gd name="connsiteY9" fmla="*/ 6858000 h 6858000"/>
              <a:gd name="connsiteX10" fmla="*/ 0 w 12192000"/>
              <a:gd name="connsiteY10" fmla="*/ 6858000 h 6858000"/>
              <a:gd name="connsiteX0" fmla="*/ 11322200 w 12185300"/>
              <a:gd name="connsiteY0" fmla="*/ 0 h 6858000"/>
              <a:gd name="connsiteX1" fmla="*/ 12185300 w 12185300"/>
              <a:gd name="connsiteY1" fmla="*/ 0 h 6858000"/>
              <a:gd name="connsiteX2" fmla="*/ 12185300 w 12185300"/>
              <a:gd name="connsiteY2" fmla="*/ 6858000 h 6858000"/>
              <a:gd name="connsiteX3" fmla="*/ 5311608 w 12185300"/>
              <a:gd name="connsiteY3" fmla="*/ 6858000 h 6858000"/>
              <a:gd name="connsiteX4" fmla="*/ 11322197 w 12185300"/>
              <a:gd name="connsiteY4" fmla="*/ 4 h 6858000"/>
              <a:gd name="connsiteX5" fmla="*/ 11322198 w 12185300"/>
              <a:gd name="connsiteY5" fmla="*/ 2 h 6858000"/>
              <a:gd name="connsiteX6" fmla="*/ 11322200 w 12185300"/>
              <a:gd name="connsiteY6" fmla="*/ 0 h 6858000"/>
              <a:gd name="connsiteX7" fmla="*/ 0 w 12185300"/>
              <a:gd name="connsiteY7" fmla="*/ 6858000 h 6858000"/>
              <a:gd name="connsiteX8" fmla="*/ 0 w 12185300"/>
              <a:gd name="connsiteY8" fmla="*/ 0 h 6858000"/>
              <a:gd name="connsiteX9" fmla="*/ 0 w 12185300"/>
              <a:gd name="connsiteY9" fmla="*/ 6858000 h 6858000"/>
              <a:gd name="connsiteX0" fmla="*/ 6010592 w 6873692"/>
              <a:gd name="connsiteY0" fmla="*/ 0 h 6858000"/>
              <a:gd name="connsiteX1" fmla="*/ 6873692 w 6873692"/>
              <a:gd name="connsiteY1" fmla="*/ 0 h 6858000"/>
              <a:gd name="connsiteX2" fmla="*/ 6873692 w 6873692"/>
              <a:gd name="connsiteY2" fmla="*/ 6858000 h 6858000"/>
              <a:gd name="connsiteX3" fmla="*/ 0 w 6873692"/>
              <a:gd name="connsiteY3" fmla="*/ 6858000 h 6858000"/>
              <a:gd name="connsiteX4" fmla="*/ 6010589 w 6873692"/>
              <a:gd name="connsiteY4" fmla="*/ 4 h 6858000"/>
              <a:gd name="connsiteX5" fmla="*/ 6010590 w 6873692"/>
              <a:gd name="connsiteY5" fmla="*/ 2 h 6858000"/>
              <a:gd name="connsiteX6" fmla="*/ 6010592 w 6873692"/>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3692" h="6858000">
                <a:moveTo>
                  <a:pt x="6010592" y="0"/>
                </a:moveTo>
                <a:lnTo>
                  <a:pt x="6873692" y="0"/>
                </a:lnTo>
                <a:lnTo>
                  <a:pt x="6873692" y="6858000"/>
                </a:lnTo>
                <a:lnTo>
                  <a:pt x="0" y="6858000"/>
                </a:lnTo>
                <a:lnTo>
                  <a:pt x="6010589" y="4"/>
                </a:lnTo>
                <a:cubicBezTo>
                  <a:pt x="6010589" y="3"/>
                  <a:pt x="6010590" y="3"/>
                  <a:pt x="6010590" y="2"/>
                </a:cubicBezTo>
                <a:lnTo>
                  <a:pt x="6010592" y="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65FCBBA-905A-4FD1-BFBA-F3EE6DA264E0}"/>
              </a:ext>
            </a:extLst>
          </p:cNvPr>
          <p:cNvSpPr>
            <a:spLocks noGrp="1"/>
          </p:cNvSpPr>
          <p:nvPr>
            <p:ph type="ctrTitle"/>
          </p:nvPr>
        </p:nvSpPr>
        <p:spPr>
          <a:xfrm>
            <a:off x="1143000" y="1181098"/>
            <a:ext cx="8986580" cy="2832404"/>
          </a:xfrm>
        </p:spPr>
        <p:txBody>
          <a:bodyPr anchor="t">
            <a:normAutofit/>
          </a:bodyPr>
          <a:lstStyle>
            <a:lvl1pPr algn="l">
              <a:lnSpc>
                <a:spcPct val="100000"/>
              </a:lnSpc>
              <a:defRPr sz="4800" cap="all" spc="300" baseline="0"/>
            </a:lvl1pPr>
          </a:lstStyle>
          <a:p>
            <a:r>
              <a:rPr lang="en-US" dirty="0"/>
              <a:t>Click to edit Master title style</a:t>
            </a:r>
          </a:p>
        </p:txBody>
      </p:sp>
      <p:sp>
        <p:nvSpPr>
          <p:cNvPr id="3" name="Subtitle 2">
            <a:extLst>
              <a:ext uri="{FF2B5EF4-FFF2-40B4-BE49-F238E27FC236}">
                <a16:creationId xmlns:a16="http://schemas.microsoft.com/office/drawing/2014/main" id="{13DD287E-F1C8-463F-8429-D1B5B1582520}"/>
              </a:ext>
            </a:extLst>
          </p:cNvPr>
          <p:cNvSpPr>
            <a:spLocks noGrp="1"/>
          </p:cNvSpPr>
          <p:nvPr>
            <p:ph type="subTitle" idx="1"/>
          </p:nvPr>
        </p:nvSpPr>
        <p:spPr>
          <a:xfrm>
            <a:off x="1143000" y="5463522"/>
            <a:ext cx="8986580" cy="650311"/>
          </a:xfrm>
        </p:spPr>
        <p:txBody>
          <a:bodyPr>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81F44ED-7973-4A99-B2CA-A8962BCE0D5D}"/>
              </a:ext>
            </a:extLst>
          </p:cNvPr>
          <p:cNvSpPr>
            <a:spLocks noGrp="1"/>
          </p:cNvSpPr>
          <p:nvPr>
            <p:ph type="dt" sz="half" idx="10"/>
          </p:nvPr>
        </p:nvSpPr>
        <p:spPr/>
        <p:txBody>
          <a:bodyPr/>
          <a:lstStyle/>
          <a:p>
            <a:fld id="{3CADBD16-5BFB-4D9F-9646-C75D1B53BBB6}" type="datetimeFigureOut">
              <a:rPr lang="en-US" smtClean="0"/>
              <a:t>4/7/2024</a:t>
            </a:fld>
            <a:endParaRPr lang="en-US"/>
          </a:p>
        </p:txBody>
      </p:sp>
      <p:sp>
        <p:nvSpPr>
          <p:cNvPr id="5" name="Footer Placeholder 4">
            <a:extLst>
              <a:ext uri="{FF2B5EF4-FFF2-40B4-BE49-F238E27FC236}">
                <a16:creationId xmlns:a16="http://schemas.microsoft.com/office/drawing/2014/main" id="{08DF96F2-D6BE-49AC-A605-5AE87C3F2F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7FC50-B13C-4B63-AE64-F71A6EDE63B6}"/>
              </a:ext>
            </a:extLst>
          </p:cNvPr>
          <p:cNvSpPr>
            <a:spLocks noGrp="1"/>
          </p:cNvSpPr>
          <p:nvPr>
            <p:ph type="sldNum" sz="quarter" idx="12"/>
          </p:nvPr>
        </p:nvSpPr>
        <p:spPr/>
        <p:txBody>
          <a:bodyPr/>
          <a:lstStyle/>
          <a:p>
            <a:fld id="{C0722274-0FAA-4649-AA4E-4210F4F32167}" type="slidenum">
              <a:rPr lang="en-US" smtClean="0"/>
              <a:t>‹#›</a:t>
            </a:fld>
            <a:endParaRPr lang="en-US"/>
          </a:p>
        </p:txBody>
      </p:sp>
      <p:cxnSp>
        <p:nvCxnSpPr>
          <p:cNvPr id="12" name="Straight Connector 11">
            <a:extLst>
              <a:ext uri="{FF2B5EF4-FFF2-40B4-BE49-F238E27FC236}">
                <a16:creationId xmlns:a16="http://schemas.microsoft.com/office/drawing/2014/main" id="{4C75A547-BCD1-42BE-966E-53CA0AB93165}"/>
              </a:ext>
            </a:extLst>
          </p:cNvPr>
          <p:cNvCxnSpPr>
            <a:cxnSpLocks/>
          </p:cNvCxnSpPr>
          <p:nvPr/>
        </p:nvCxnSpPr>
        <p:spPr>
          <a:xfrm>
            <a:off x="1188357" y="5151666"/>
            <a:ext cx="98225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475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CD6F3-88F1-4195-8395-57AA096BB3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D8D06C-EB08-40B3-AFB3-A62F441122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03962F-B413-4C4C-A490-724DDB9E7DB9}"/>
              </a:ext>
            </a:extLst>
          </p:cNvPr>
          <p:cNvSpPr>
            <a:spLocks noGrp="1"/>
          </p:cNvSpPr>
          <p:nvPr>
            <p:ph type="dt" sz="half" idx="10"/>
          </p:nvPr>
        </p:nvSpPr>
        <p:spPr/>
        <p:txBody>
          <a:bodyPr/>
          <a:lstStyle/>
          <a:p>
            <a:fld id="{3CADBD16-5BFB-4D9F-9646-C75D1B53BBB6}" type="datetimeFigureOut">
              <a:rPr lang="en-US" smtClean="0"/>
              <a:t>4/7/2024</a:t>
            </a:fld>
            <a:endParaRPr lang="en-US"/>
          </a:p>
        </p:txBody>
      </p:sp>
      <p:sp>
        <p:nvSpPr>
          <p:cNvPr id="5" name="Footer Placeholder 4">
            <a:extLst>
              <a:ext uri="{FF2B5EF4-FFF2-40B4-BE49-F238E27FC236}">
                <a16:creationId xmlns:a16="http://schemas.microsoft.com/office/drawing/2014/main" id="{02871813-4E87-4C04-835D-76246010B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922BA3-033C-491E-A045-F0052AC19A8C}"/>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897433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E19AD-2EDD-4B4F-9F9E-46A4441847A6}"/>
              </a:ext>
            </a:extLst>
          </p:cNvPr>
          <p:cNvSpPr>
            <a:spLocks noGrp="1"/>
          </p:cNvSpPr>
          <p:nvPr>
            <p:ph type="title"/>
          </p:nvPr>
        </p:nvSpPr>
        <p:spPr>
          <a:xfrm>
            <a:off x="1143000" y="1709738"/>
            <a:ext cx="8520952" cy="2852737"/>
          </a:xfrm>
        </p:spPr>
        <p:txBody>
          <a:bodyPr anchor="b">
            <a:norm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00EE5927-21D5-4EBA-A112-CAD1BD38BCB1}"/>
              </a:ext>
            </a:extLst>
          </p:cNvPr>
          <p:cNvSpPr>
            <a:spLocks noGrp="1"/>
          </p:cNvSpPr>
          <p:nvPr>
            <p:ph type="body" idx="1"/>
          </p:nvPr>
        </p:nvSpPr>
        <p:spPr>
          <a:xfrm>
            <a:off x="1143000" y="4589466"/>
            <a:ext cx="8520952" cy="813266"/>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EF0D16-9D87-4D76-A5A5-534E24B7DD25}"/>
              </a:ext>
            </a:extLst>
          </p:cNvPr>
          <p:cNvSpPr>
            <a:spLocks noGrp="1"/>
          </p:cNvSpPr>
          <p:nvPr>
            <p:ph type="dt" sz="half" idx="10"/>
          </p:nvPr>
        </p:nvSpPr>
        <p:spPr/>
        <p:txBody>
          <a:bodyPr/>
          <a:lstStyle/>
          <a:p>
            <a:fld id="{3CADBD16-5BFB-4D9F-9646-C75D1B53BBB6}" type="datetimeFigureOut">
              <a:rPr lang="en-US" smtClean="0"/>
              <a:t>4/7/2024</a:t>
            </a:fld>
            <a:endParaRPr lang="en-US"/>
          </a:p>
        </p:txBody>
      </p:sp>
      <p:sp>
        <p:nvSpPr>
          <p:cNvPr id="5" name="Footer Placeholder 4">
            <a:extLst>
              <a:ext uri="{FF2B5EF4-FFF2-40B4-BE49-F238E27FC236}">
                <a16:creationId xmlns:a16="http://schemas.microsoft.com/office/drawing/2014/main" id="{5965F387-5AAC-45D0-ABCE-B1CF4BC7E0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AF6FE-0006-4F40-A7FB-E0FDBADF7548}"/>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226445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8AADE-587E-4574-B21B-7ABDE5A236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F9DA5-4DFB-4211-A58A-FFD842C27A65}"/>
              </a:ext>
            </a:extLst>
          </p:cNvPr>
          <p:cNvSpPr>
            <a:spLocks noGrp="1"/>
          </p:cNvSpPr>
          <p:nvPr>
            <p:ph sz="half" idx="1"/>
          </p:nvPr>
        </p:nvSpPr>
        <p:spPr>
          <a:xfrm>
            <a:off x="1143000" y="2339501"/>
            <a:ext cx="4798979" cy="35505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A99F26-66AF-4614-91CE-C93A24BAC23A}"/>
              </a:ext>
            </a:extLst>
          </p:cNvPr>
          <p:cNvSpPr>
            <a:spLocks noGrp="1"/>
          </p:cNvSpPr>
          <p:nvPr>
            <p:ph sz="half" idx="2"/>
          </p:nvPr>
        </p:nvSpPr>
        <p:spPr>
          <a:xfrm>
            <a:off x="6250020" y="2339501"/>
            <a:ext cx="4798980" cy="355059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F8F678E-59B5-4DF9-ABCB-506B9CB701CC}"/>
              </a:ext>
            </a:extLst>
          </p:cNvPr>
          <p:cNvSpPr>
            <a:spLocks noGrp="1"/>
          </p:cNvSpPr>
          <p:nvPr>
            <p:ph type="dt" sz="half" idx="10"/>
          </p:nvPr>
        </p:nvSpPr>
        <p:spPr/>
        <p:txBody>
          <a:bodyPr/>
          <a:lstStyle/>
          <a:p>
            <a:fld id="{3CADBD16-5BFB-4D9F-9646-C75D1B53BBB6}" type="datetimeFigureOut">
              <a:rPr lang="en-US" smtClean="0"/>
              <a:t>4/7/2024</a:t>
            </a:fld>
            <a:endParaRPr lang="en-US"/>
          </a:p>
        </p:txBody>
      </p:sp>
      <p:sp>
        <p:nvSpPr>
          <p:cNvPr id="6" name="Footer Placeholder 5">
            <a:extLst>
              <a:ext uri="{FF2B5EF4-FFF2-40B4-BE49-F238E27FC236}">
                <a16:creationId xmlns:a16="http://schemas.microsoft.com/office/drawing/2014/main" id="{18B50A53-317B-444A-9BA2-F69CDBF5DA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B269A1-B0FB-4C8F-B6AA-0718C92D3D2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882876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2BBBF-42B2-4A5D-B145-46983A530170}"/>
              </a:ext>
            </a:extLst>
          </p:cNvPr>
          <p:cNvSpPr>
            <a:spLocks noGrp="1"/>
          </p:cNvSpPr>
          <p:nvPr>
            <p:ph type="title"/>
          </p:nvPr>
        </p:nvSpPr>
        <p:spPr>
          <a:xfrm>
            <a:off x="1143000" y="1133272"/>
            <a:ext cx="9905999" cy="84630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804BE44-5271-4B5D-B649-35E3AF20B48F}"/>
              </a:ext>
            </a:extLst>
          </p:cNvPr>
          <p:cNvSpPr>
            <a:spLocks noGrp="1"/>
          </p:cNvSpPr>
          <p:nvPr>
            <p:ph type="body" idx="1"/>
          </p:nvPr>
        </p:nvSpPr>
        <p:spPr>
          <a:xfrm>
            <a:off x="1142999" y="2067127"/>
            <a:ext cx="4798980"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4D7891E-0C0A-4688-97DD-C0715E322194}"/>
              </a:ext>
            </a:extLst>
          </p:cNvPr>
          <p:cNvSpPr>
            <a:spLocks noGrp="1"/>
          </p:cNvSpPr>
          <p:nvPr>
            <p:ph sz="half" idx="2"/>
          </p:nvPr>
        </p:nvSpPr>
        <p:spPr>
          <a:xfrm>
            <a:off x="1143001" y="2864795"/>
            <a:ext cx="4798978"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5EAF30-3412-49B0-93D1-596CC2695B26}"/>
              </a:ext>
            </a:extLst>
          </p:cNvPr>
          <p:cNvSpPr>
            <a:spLocks noGrp="1"/>
          </p:cNvSpPr>
          <p:nvPr>
            <p:ph type="body" sz="quarter" idx="3"/>
          </p:nvPr>
        </p:nvSpPr>
        <p:spPr>
          <a:xfrm>
            <a:off x="6250018" y="2067127"/>
            <a:ext cx="4798981"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707B9B7-F41C-4314-9F0C-BB84547FB8CA}"/>
              </a:ext>
            </a:extLst>
          </p:cNvPr>
          <p:cNvSpPr>
            <a:spLocks noGrp="1"/>
          </p:cNvSpPr>
          <p:nvPr>
            <p:ph sz="quarter" idx="4"/>
          </p:nvPr>
        </p:nvSpPr>
        <p:spPr>
          <a:xfrm>
            <a:off x="6250019" y="2864795"/>
            <a:ext cx="4798982"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421587F-6AFC-4906-86EB-6B0A86EEF300}"/>
              </a:ext>
            </a:extLst>
          </p:cNvPr>
          <p:cNvSpPr>
            <a:spLocks noGrp="1"/>
          </p:cNvSpPr>
          <p:nvPr>
            <p:ph type="dt" sz="half" idx="10"/>
          </p:nvPr>
        </p:nvSpPr>
        <p:spPr/>
        <p:txBody>
          <a:bodyPr/>
          <a:lstStyle/>
          <a:p>
            <a:fld id="{3CADBD16-5BFB-4D9F-9646-C75D1B53BBB6}" type="datetimeFigureOut">
              <a:rPr lang="en-US" smtClean="0"/>
              <a:t>4/7/2024</a:t>
            </a:fld>
            <a:endParaRPr lang="en-US"/>
          </a:p>
        </p:txBody>
      </p:sp>
      <p:sp>
        <p:nvSpPr>
          <p:cNvPr id="8" name="Footer Placeholder 7">
            <a:extLst>
              <a:ext uri="{FF2B5EF4-FFF2-40B4-BE49-F238E27FC236}">
                <a16:creationId xmlns:a16="http://schemas.microsoft.com/office/drawing/2014/main" id="{354BE2C5-583B-49BC-9864-B01EEF7987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39B236-45F5-4CC6-8D53-A6903A1CC8B3}"/>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769503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6B206-0678-4577-B79F-760526A5FD76}"/>
              </a:ext>
            </a:extLst>
          </p:cNvPr>
          <p:cNvSpPr>
            <a:spLocks noGrp="1"/>
          </p:cNvSpPr>
          <p:nvPr>
            <p:ph type="title"/>
          </p:nvPr>
        </p:nvSpPr>
        <p:spPr>
          <a:xfrm>
            <a:off x="2019300" y="1322615"/>
            <a:ext cx="8175171" cy="4212771"/>
          </a:xfrm>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E6D5FCB8-AFD3-4801-BBD6-9548F4CF7C86}"/>
              </a:ext>
            </a:extLst>
          </p:cNvPr>
          <p:cNvSpPr>
            <a:spLocks noGrp="1"/>
          </p:cNvSpPr>
          <p:nvPr>
            <p:ph type="dt" sz="half" idx="10"/>
          </p:nvPr>
        </p:nvSpPr>
        <p:spPr/>
        <p:txBody>
          <a:bodyPr/>
          <a:lstStyle/>
          <a:p>
            <a:fld id="{3CADBD16-5BFB-4D9F-9646-C75D1B53BBB6}" type="datetimeFigureOut">
              <a:rPr lang="en-US" smtClean="0"/>
              <a:t>4/7/2024</a:t>
            </a:fld>
            <a:endParaRPr lang="en-US"/>
          </a:p>
        </p:txBody>
      </p:sp>
      <p:sp>
        <p:nvSpPr>
          <p:cNvPr id="4" name="Footer Placeholder 3">
            <a:extLst>
              <a:ext uri="{FF2B5EF4-FFF2-40B4-BE49-F238E27FC236}">
                <a16:creationId xmlns:a16="http://schemas.microsoft.com/office/drawing/2014/main" id="{0F6DACF8-CBC0-416B-B28E-EE18C4238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0C7421-FF49-4CE9-87D0-2B4FFE0E3DC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559421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19CBFE-15AA-4447-9F9C-D8B0BEB242DA}"/>
              </a:ext>
            </a:extLst>
          </p:cNvPr>
          <p:cNvSpPr>
            <a:spLocks noGrp="1"/>
          </p:cNvSpPr>
          <p:nvPr>
            <p:ph type="dt" sz="half" idx="10"/>
          </p:nvPr>
        </p:nvSpPr>
        <p:spPr/>
        <p:txBody>
          <a:bodyPr/>
          <a:lstStyle/>
          <a:p>
            <a:fld id="{3CADBD16-5BFB-4D9F-9646-C75D1B53BBB6}" type="datetimeFigureOut">
              <a:rPr lang="en-US" smtClean="0"/>
              <a:t>4/7/2024</a:t>
            </a:fld>
            <a:endParaRPr lang="en-US"/>
          </a:p>
        </p:txBody>
      </p:sp>
      <p:sp>
        <p:nvSpPr>
          <p:cNvPr id="3" name="Footer Placeholder 2">
            <a:extLst>
              <a:ext uri="{FF2B5EF4-FFF2-40B4-BE49-F238E27FC236}">
                <a16:creationId xmlns:a16="http://schemas.microsoft.com/office/drawing/2014/main" id="{C6B48227-EC1E-4063-9682-891A2DB1A8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2C6A63-C3F4-4563-A542-9A41AC946C3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88867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00C1-FE18-461C-801C-8626C7759861}"/>
              </a:ext>
            </a:extLst>
          </p:cNvPr>
          <p:cNvSpPr>
            <a:spLocks noGrp="1"/>
          </p:cNvSpPr>
          <p:nvPr>
            <p:ph type="title"/>
          </p:nvPr>
        </p:nvSpPr>
        <p:spPr>
          <a:xfrm>
            <a:off x="1143000" y="1600200"/>
            <a:ext cx="3932237" cy="1964986"/>
          </a:xfrm>
        </p:spPr>
        <p:txBody>
          <a:bodyPr anchor="b">
            <a:normAutofit/>
          </a:bodyPr>
          <a:lstStyle>
            <a:lvl1pPr>
              <a:lnSpc>
                <a:spcPct val="110000"/>
              </a:lnSpc>
              <a:defRPr sz="2400" cap="all" spc="300"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B14CFF3-3406-49E3-9D5A-1BE90FFA508E}"/>
              </a:ext>
            </a:extLst>
          </p:cNvPr>
          <p:cNvSpPr>
            <a:spLocks noGrp="1"/>
          </p:cNvSpPr>
          <p:nvPr>
            <p:ph idx="1"/>
          </p:nvPr>
        </p:nvSpPr>
        <p:spPr>
          <a:xfrm>
            <a:off x="5627451" y="987425"/>
            <a:ext cx="5421548"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033D14FF-9082-4BBA-BC7A-F4C5B78599C5}"/>
              </a:ext>
            </a:extLst>
          </p:cNvPr>
          <p:cNvSpPr>
            <a:spLocks noGrp="1"/>
          </p:cNvSpPr>
          <p:nvPr>
            <p:ph type="body" sz="half" idx="2"/>
          </p:nvPr>
        </p:nvSpPr>
        <p:spPr>
          <a:xfrm>
            <a:off x="1143000" y="3662464"/>
            <a:ext cx="3932237" cy="2206523"/>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5A2726-EB8E-4DF7-9A1B-F03BD8C7179E}"/>
              </a:ext>
            </a:extLst>
          </p:cNvPr>
          <p:cNvSpPr>
            <a:spLocks noGrp="1"/>
          </p:cNvSpPr>
          <p:nvPr>
            <p:ph type="dt" sz="half" idx="10"/>
          </p:nvPr>
        </p:nvSpPr>
        <p:spPr/>
        <p:txBody>
          <a:bodyPr/>
          <a:lstStyle/>
          <a:p>
            <a:fld id="{3CADBD16-5BFB-4D9F-9646-C75D1B53BBB6}" type="datetimeFigureOut">
              <a:rPr lang="en-US" smtClean="0"/>
              <a:t>4/7/2024</a:t>
            </a:fld>
            <a:endParaRPr lang="en-US"/>
          </a:p>
        </p:txBody>
      </p:sp>
      <p:sp>
        <p:nvSpPr>
          <p:cNvPr id="6" name="Footer Placeholder 5">
            <a:extLst>
              <a:ext uri="{FF2B5EF4-FFF2-40B4-BE49-F238E27FC236}">
                <a16:creationId xmlns:a16="http://schemas.microsoft.com/office/drawing/2014/main" id="{8D9929BE-611C-4FE6-B0A5-E0FF9DF969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90B32-1D0E-4BCD-8850-59EA235F7EB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815264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CA1460E-1069-4FCA-B04E-28F77C861046}"/>
              </a:ext>
            </a:extLst>
          </p:cNvPr>
          <p:cNvSpPr>
            <a:spLocks noGrp="1"/>
          </p:cNvSpPr>
          <p:nvPr>
            <p:ph type="pic" idx="1"/>
          </p:nvPr>
        </p:nvSpPr>
        <p:spPr>
          <a:xfrm>
            <a:off x="5513614" y="987425"/>
            <a:ext cx="55353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6138C1E-867B-4FE9-8783-9B1246AEB797}"/>
              </a:ext>
            </a:extLst>
          </p:cNvPr>
          <p:cNvSpPr>
            <a:spLocks noGrp="1"/>
          </p:cNvSpPr>
          <p:nvPr>
            <p:ph type="body" sz="half" idx="2"/>
          </p:nvPr>
        </p:nvSpPr>
        <p:spPr>
          <a:xfrm>
            <a:off x="1143000" y="3657601"/>
            <a:ext cx="3932236" cy="2211388"/>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0721568-4870-46F2-9F7E-F410702012D9}"/>
              </a:ext>
            </a:extLst>
          </p:cNvPr>
          <p:cNvSpPr>
            <a:spLocks noGrp="1"/>
          </p:cNvSpPr>
          <p:nvPr>
            <p:ph type="dt" sz="half" idx="10"/>
          </p:nvPr>
        </p:nvSpPr>
        <p:spPr/>
        <p:txBody>
          <a:bodyPr/>
          <a:lstStyle/>
          <a:p>
            <a:fld id="{3CADBD16-5BFB-4D9F-9646-C75D1B53BBB6}" type="datetimeFigureOut">
              <a:rPr lang="en-US" smtClean="0"/>
              <a:t>4/7/2024</a:t>
            </a:fld>
            <a:endParaRPr lang="en-US"/>
          </a:p>
        </p:txBody>
      </p:sp>
      <p:sp>
        <p:nvSpPr>
          <p:cNvPr id="6" name="Footer Placeholder 5">
            <a:extLst>
              <a:ext uri="{FF2B5EF4-FFF2-40B4-BE49-F238E27FC236}">
                <a16:creationId xmlns:a16="http://schemas.microsoft.com/office/drawing/2014/main" id="{0BB3CC65-0E73-45A1-9D4F-3F4559B3B6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8C58CD-9BC3-431E-A7B4-D596A7F06C5E}"/>
              </a:ext>
            </a:extLst>
          </p:cNvPr>
          <p:cNvSpPr>
            <a:spLocks noGrp="1"/>
          </p:cNvSpPr>
          <p:nvPr>
            <p:ph type="sldNum" sz="quarter" idx="12"/>
          </p:nvPr>
        </p:nvSpPr>
        <p:spPr/>
        <p:txBody>
          <a:bodyPr/>
          <a:lstStyle/>
          <a:p>
            <a:fld id="{C0722274-0FAA-4649-AA4E-4210F4F32167}" type="slidenum">
              <a:rPr lang="en-US" smtClean="0"/>
              <a:t>‹#›</a:t>
            </a:fld>
            <a:endParaRPr lang="en-US"/>
          </a:p>
        </p:txBody>
      </p:sp>
      <p:sp>
        <p:nvSpPr>
          <p:cNvPr id="2" name="Title 1">
            <a:extLst>
              <a:ext uri="{FF2B5EF4-FFF2-40B4-BE49-F238E27FC236}">
                <a16:creationId xmlns:a16="http://schemas.microsoft.com/office/drawing/2014/main" id="{2368F756-D171-474C-8B1A-C818032F6F78}"/>
              </a:ext>
            </a:extLst>
          </p:cNvPr>
          <p:cNvSpPr>
            <a:spLocks noGrp="1"/>
          </p:cNvSpPr>
          <p:nvPr>
            <p:ph type="title"/>
          </p:nvPr>
        </p:nvSpPr>
        <p:spPr>
          <a:xfrm>
            <a:off x="1143000" y="1600201"/>
            <a:ext cx="3932236" cy="1959428"/>
          </a:xfrm>
        </p:spPr>
        <p:txBody>
          <a:bodyPr anchor="b">
            <a:normAutofit/>
          </a:bodyPr>
          <a:lstStyle>
            <a:lvl1pPr>
              <a:lnSpc>
                <a:spcPct val="110000"/>
              </a:lnSpc>
              <a:defRPr sz="2400" cap="all" spc="300" baseline="0"/>
            </a:lvl1pPr>
          </a:lstStyle>
          <a:p>
            <a:r>
              <a:rPr lang="en-US" dirty="0"/>
              <a:t>Click to edit Master title style</a:t>
            </a:r>
          </a:p>
        </p:txBody>
      </p:sp>
    </p:spTree>
    <p:extLst>
      <p:ext uri="{BB962C8B-B14F-4D97-AF65-F5344CB8AC3E}">
        <p14:creationId xmlns:p14="http://schemas.microsoft.com/office/powerpoint/2010/main" val="1891097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A3BF2-BCE9-47D7-B1C0-1F0E4936B6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2722E9-C3E4-48AF-996A-495AE659FA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C9E516-382B-4845-93BF-20C16EE0DB05}"/>
              </a:ext>
            </a:extLst>
          </p:cNvPr>
          <p:cNvSpPr>
            <a:spLocks noGrp="1"/>
          </p:cNvSpPr>
          <p:nvPr>
            <p:ph type="dt" sz="half" idx="10"/>
          </p:nvPr>
        </p:nvSpPr>
        <p:spPr/>
        <p:txBody>
          <a:bodyPr/>
          <a:lstStyle/>
          <a:p>
            <a:fld id="{3CADBD16-5BFB-4D9F-9646-C75D1B53BBB6}" type="datetimeFigureOut">
              <a:rPr lang="en-US" smtClean="0"/>
              <a:t>4/7/2024</a:t>
            </a:fld>
            <a:endParaRPr lang="en-US"/>
          </a:p>
        </p:txBody>
      </p:sp>
      <p:sp>
        <p:nvSpPr>
          <p:cNvPr id="5" name="Footer Placeholder 4">
            <a:extLst>
              <a:ext uri="{FF2B5EF4-FFF2-40B4-BE49-F238E27FC236}">
                <a16:creationId xmlns:a16="http://schemas.microsoft.com/office/drawing/2014/main" id="{EAB96E16-F168-442A-843C-5D490D54B0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A61BEA-A969-437A-BD8B-CB1B709AD430}"/>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549034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528449-3E11-45FF-BF3A-651867603E75}"/>
              </a:ext>
            </a:extLst>
          </p:cNvPr>
          <p:cNvSpPr>
            <a:spLocks noGrp="1"/>
          </p:cNvSpPr>
          <p:nvPr>
            <p:ph type="title" orient="vert"/>
          </p:nvPr>
        </p:nvSpPr>
        <p:spPr>
          <a:xfrm>
            <a:off x="8572500" y="870625"/>
            <a:ext cx="2476499" cy="50292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AFC0EAB0-2DFA-4CBA-86B1-1826EF523D4D}"/>
              </a:ext>
            </a:extLst>
          </p:cNvPr>
          <p:cNvSpPr>
            <a:spLocks noGrp="1"/>
          </p:cNvSpPr>
          <p:nvPr>
            <p:ph type="body" orient="vert" idx="1"/>
          </p:nvPr>
        </p:nvSpPr>
        <p:spPr>
          <a:xfrm>
            <a:off x="1143000" y="870625"/>
            <a:ext cx="7324928" cy="50292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FA22F89-E1F5-45D7-945A-8A2886C4BA59}"/>
              </a:ext>
            </a:extLst>
          </p:cNvPr>
          <p:cNvSpPr>
            <a:spLocks noGrp="1"/>
          </p:cNvSpPr>
          <p:nvPr>
            <p:ph type="dt" sz="half" idx="10"/>
          </p:nvPr>
        </p:nvSpPr>
        <p:spPr/>
        <p:txBody>
          <a:bodyPr/>
          <a:lstStyle/>
          <a:p>
            <a:fld id="{3CADBD16-5BFB-4D9F-9646-C75D1B53BBB6}" type="datetimeFigureOut">
              <a:rPr lang="en-US" smtClean="0"/>
              <a:t>4/7/2024</a:t>
            </a:fld>
            <a:endParaRPr lang="en-US"/>
          </a:p>
        </p:txBody>
      </p:sp>
      <p:sp>
        <p:nvSpPr>
          <p:cNvPr id="5" name="Footer Placeholder 4">
            <a:extLst>
              <a:ext uri="{FF2B5EF4-FFF2-40B4-BE49-F238E27FC236}">
                <a16:creationId xmlns:a16="http://schemas.microsoft.com/office/drawing/2014/main" id="{637E7E82-5FB8-4289-AD0C-0BA788E14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5A4046-1A2C-41F5-A177-1C3919C20569}"/>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468780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1C2F78B-DEE8-4195-A196-DFC51BDADFF9}"/>
              </a:ext>
            </a:extLst>
          </p:cNvPr>
          <p:cNvSpPr/>
          <p:nvPr/>
        </p:nvSpPr>
        <p:spPr>
          <a:xfrm>
            <a:off x="9749268" y="4070878"/>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A1D79D08-4BE8-4799-BE09-5078DFEE2256}"/>
              </a:ext>
            </a:extLst>
          </p:cNvPr>
          <p:cNvSpPr/>
          <p:nvPr/>
        </p:nvSpPr>
        <p:spPr>
          <a:xfrm rot="10800000">
            <a:off x="0" y="0"/>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2" name="Straight Connector 11">
            <a:extLst>
              <a:ext uri="{FF2B5EF4-FFF2-40B4-BE49-F238E27FC236}">
                <a16:creationId xmlns:a16="http://schemas.microsoft.com/office/drawing/2014/main" id="{C95D65A1-16CB-407F-993F-2A6D59BCC0C8}"/>
              </a:ext>
            </a:extLst>
          </p:cNvPr>
          <p:cNvCxnSpPr>
            <a:cxnSpLocks/>
          </p:cNvCxnSpPr>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0BA018A2-815D-41B0-A189-FDF7A5E88891}"/>
              </a:ext>
            </a:extLst>
          </p:cNvPr>
          <p:cNvSpPr>
            <a:spLocks noGrp="1"/>
          </p:cNvSpPr>
          <p:nvPr>
            <p:ph type="title"/>
          </p:nvPr>
        </p:nvSpPr>
        <p:spPr>
          <a:xfrm>
            <a:off x="1143000" y="872935"/>
            <a:ext cx="9905999" cy="13608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6DFAE63-1276-4C7C-BFF5-F5DF1CDB23E5}"/>
              </a:ext>
            </a:extLst>
          </p:cNvPr>
          <p:cNvSpPr>
            <a:spLocks noGrp="1"/>
          </p:cNvSpPr>
          <p:nvPr>
            <p:ph type="body" idx="1"/>
          </p:nvPr>
        </p:nvSpPr>
        <p:spPr>
          <a:xfrm>
            <a:off x="1143000" y="2332026"/>
            <a:ext cx="9905999" cy="356711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5380268-2D73-487C-843B-51648AE18194}"/>
              </a:ext>
            </a:extLst>
          </p:cNvPr>
          <p:cNvSpPr>
            <a:spLocks noGrp="1"/>
          </p:cNvSpPr>
          <p:nvPr>
            <p:ph type="dt" sz="half" idx="2"/>
          </p:nvPr>
        </p:nvSpPr>
        <p:spPr>
          <a:xfrm>
            <a:off x="7388157" y="6356350"/>
            <a:ext cx="3093395" cy="365125"/>
          </a:xfrm>
          <a:prstGeom prst="rect">
            <a:avLst/>
          </a:prstGeom>
        </p:spPr>
        <p:txBody>
          <a:bodyPr vert="horz" lIns="91440" tIns="45720" rIns="91440" bIns="45720" rtlCol="0" anchor="ctr"/>
          <a:lstStyle>
            <a:lvl1pPr algn="r">
              <a:defRPr sz="1050">
                <a:solidFill>
                  <a:schemeClr val="tx1"/>
                </a:solidFill>
              </a:defRPr>
            </a:lvl1pPr>
          </a:lstStyle>
          <a:p>
            <a:fld id="{3CADBD16-5BFB-4D9F-9646-C75D1B53BBB6}" type="datetimeFigureOut">
              <a:rPr lang="en-US" smtClean="0"/>
              <a:pPr/>
              <a:t>4/7/2024</a:t>
            </a:fld>
            <a:endParaRPr lang="en-US" dirty="0"/>
          </a:p>
        </p:txBody>
      </p:sp>
      <p:sp>
        <p:nvSpPr>
          <p:cNvPr id="5" name="Footer Placeholder 4">
            <a:extLst>
              <a:ext uri="{FF2B5EF4-FFF2-40B4-BE49-F238E27FC236}">
                <a16:creationId xmlns:a16="http://schemas.microsoft.com/office/drawing/2014/main" id="{99F61E6D-D51F-4BD7-B59D-19AF179177B8}"/>
              </a:ext>
            </a:extLst>
          </p:cNvPr>
          <p:cNvSpPr>
            <a:spLocks noGrp="1"/>
          </p:cNvSpPr>
          <p:nvPr>
            <p:ph type="ftr" sz="quarter" idx="3"/>
          </p:nvPr>
        </p:nvSpPr>
        <p:spPr>
          <a:xfrm>
            <a:off x="1143000" y="6356350"/>
            <a:ext cx="3959157" cy="365125"/>
          </a:xfrm>
          <a:prstGeom prst="rect">
            <a:avLst/>
          </a:prstGeom>
        </p:spPr>
        <p:txBody>
          <a:bodyPr vert="horz" lIns="91440" tIns="45720" rIns="91440" bIns="45720" rtlCol="0" anchor="ctr"/>
          <a:lstStyle>
            <a:lvl1pPr algn="l">
              <a:defRPr sz="105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27701B1-1C93-41C2-AEE1-815DEA51B962}"/>
              </a:ext>
            </a:extLst>
          </p:cNvPr>
          <p:cNvSpPr>
            <a:spLocks noGrp="1"/>
          </p:cNvSpPr>
          <p:nvPr>
            <p:ph type="sldNum" sz="quarter" idx="4"/>
          </p:nvPr>
        </p:nvSpPr>
        <p:spPr>
          <a:xfrm>
            <a:off x="10423186" y="6356350"/>
            <a:ext cx="625813" cy="365125"/>
          </a:xfrm>
          <a:prstGeom prst="rect">
            <a:avLst/>
          </a:prstGeom>
        </p:spPr>
        <p:txBody>
          <a:bodyPr vert="horz" lIns="91440" tIns="45720" rIns="91440" bIns="45720" rtlCol="0" anchor="ctr"/>
          <a:lstStyle>
            <a:lvl1pPr algn="r">
              <a:defRPr sz="1050">
                <a:solidFill>
                  <a:schemeClr val="tx1"/>
                </a:solidFill>
              </a:defRPr>
            </a:lvl1p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2060098742"/>
      </p:ext>
    </p:extLst>
  </p:cSld>
  <p:clrMap bg1="dk1" tx1="lt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74" r:id="rId7"/>
    <p:sldLayoutId id="2147483675" r:id="rId8"/>
    <p:sldLayoutId id="2147483676" r:id="rId9"/>
    <p:sldLayoutId id="2147483677" r:id="rId10"/>
    <p:sldLayoutId id="2147483679" r:id="rId11"/>
  </p:sldLayoutIdLst>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Tx/>
        <a:buNone/>
        <a:defRPr sz="1800" i="1" kern="1200">
          <a:solidFill>
            <a:schemeClr val="tx1"/>
          </a:solidFill>
          <a:latin typeface="+mn-lt"/>
          <a:ea typeface="+mn-ea"/>
          <a:cs typeface="+mn-cs"/>
        </a:defRPr>
      </a:lvl2pPr>
      <a:lvl3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502920" indent="0" algn="l" defTabSz="914400" rtl="0" eaLnBrk="1" latinLnBrk="0" hangingPunct="1">
        <a:lnSpc>
          <a:spcPct val="120000"/>
        </a:lnSpc>
        <a:spcBef>
          <a:spcPts val="500"/>
        </a:spcBef>
        <a:buFontTx/>
        <a:buNone/>
        <a:defRPr sz="1400" i="1" kern="1200">
          <a:solidFill>
            <a:schemeClr val="tx1"/>
          </a:solidFill>
          <a:latin typeface="+mn-lt"/>
          <a:ea typeface="+mn-ea"/>
          <a:cs typeface="+mn-cs"/>
        </a:defRPr>
      </a:lvl4pPr>
      <a:lvl5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fastercapital.com/topics/the-rise-of-mobile-banking-and-the-need-for-security.html" TargetMode="External"/><Relationship Id="rId2" Type="http://schemas.openxmlformats.org/officeDocument/2006/relationships/hyperlink" Target="https://finanteq.com/blog/fintech-trends/history-of-mobile-banking-how-it-all-started/" TargetMode="External"/><Relationship Id="rId1" Type="http://schemas.openxmlformats.org/officeDocument/2006/relationships/slideLayout" Target="../slideLayouts/slideLayout2.xml"/><Relationship Id="rId4" Type="http://schemas.openxmlformats.org/officeDocument/2006/relationships/hyperlink" Target="https://www.miniorange.com/blog/why-mfa-for-banks-and-financial-institution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1C2F78B-DEE8-4195-A196-DFC51BDAD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49268" y="4070878"/>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A1D79D08-4BE8-4799-BE09-5078DFEE2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2" name="Straight Connector 11">
            <a:extLst>
              <a:ext uri="{FF2B5EF4-FFF2-40B4-BE49-F238E27FC236}">
                <a16:creationId xmlns:a16="http://schemas.microsoft.com/office/drawing/2014/main" id="{C95D65A1-16CB-407F-993F-2A6D59BCC0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BEA1A24-9CA1-4513-A409-3AD90DB09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614C296-26CB-43B0-9404-D05FF687A6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677978">
            <a:off x="-1328609" y="-131647"/>
            <a:ext cx="3715688" cy="1836942"/>
          </a:xfrm>
          <a:custGeom>
            <a:avLst/>
            <a:gdLst>
              <a:gd name="connsiteX0" fmla="*/ 0 w 5069810"/>
              <a:gd name="connsiteY0" fmla="*/ 2506385 h 2506385"/>
              <a:gd name="connsiteX1" fmla="*/ 2859749 w 5069810"/>
              <a:gd name="connsiteY1" fmla="*/ 1 h 2506385"/>
              <a:gd name="connsiteX2" fmla="*/ 2873126 w 5069810"/>
              <a:gd name="connsiteY2" fmla="*/ 0 h 2506385"/>
              <a:gd name="connsiteX3" fmla="*/ 5069810 w 5069810"/>
              <a:gd name="connsiteY3" fmla="*/ 2506385 h 2506385"/>
            </a:gdLst>
            <a:ahLst/>
            <a:cxnLst>
              <a:cxn ang="0">
                <a:pos x="connsiteX0" y="connsiteY0"/>
              </a:cxn>
              <a:cxn ang="0">
                <a:pos x="connsiteX1" y="connsiteY1"/>
              </a:cxn>
              <a:cxn ang="0">
                <a:pos x="connsiteX2" y="connsiteY2"/>
              </a:cxn>
              <a:cxn ang="0">
                <a:pos x="connsiteX3" y="connsiteY3"/>
              </a:cxn>
            </a:cxnLst>
            <a:rect l="l" t="t" r="r" b="b"/>
            <a:pathLst>
              <a:path w="5069810" h="2506385">
                <a:moveTo>
                  <a:pt x="0" y="2506385"/>
                </a:moveTo>
                <a:lnTo>
                  <a:pt x="2859749" y="1"/>
                </a:lnTo>
                <a:lnTo>
                  <a:pt x="2873126" y="0"/>
                </a:lnTo>
                <a:lnTo>
                  <a:pt x="5069810" y="2506385"/>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1756756" y="906189"/>
            <a:ext cx="8689571" cy="1001886"/>
          </a:xfrm>
        </p:spPr>
        <p:txBody>
          <a:bodyPr vert="horz" lIns="91440" tIns="45720" rIns="91440" bIns="45720" rtlCol="0" anchor="b">
            <a:noAutofit/>
          </a:bodyPr>
          <a:lstStyle/>
          <a:p>
            <a:pPr algn="ctr">
              <a:lnSpc>
                <a:spcPct val="90000"/>
              </a:lnSpc>
            </a:pPr>
            <a:r>
              <a:rPr lang="en-US" sz="2800" dirty="0">
                <a:effectLst/>
                <a:latin typeface="Times New Roman" panose="02020603050405020304" pitchFamily="18" charset="0"/>
                <a:ea typeface="Calibri" panose="020F0502020204030204" pitchFamily="34" charset="0"/>
              </a:rPr>
              <a:t>Church Management System</a:t>
            </a:r>
            <a:endParaRPr lang="en-US" sz="2800" kern="1200" dirty="0">
              <a:latin typeface="+mj-lt"/>
            </a:endParaRPr>
          </a:p>
        </p:txBody>
      </p:sp>
      <p:sp>
        <p:nvSpPr>
          <p:cNvPr id="18" name="Freeform: Shape 17">
            <a:extLst>
              <a:ext uri="{FF2B5EF4-FFF2-40B4-BE49-F238E27FC236}">
                <a16:creationId xmlns:a16="http://schemas.microsoft.com/office/drawing/2014/main" id="{76F4C24C-DC25-49C1-9509-3F5694D0DA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7873948">
            <a:off x="9801250" y="5155580"/>
            <a:ext cx="3715688" cy="1836942"/>
          </a:xfrm>
          <a:custGeom>
            <a:avLst/>
            <a:gdLst>
              <a:gd name="connsiteX0" fmla="*/ 0 w 5069810"/>
              <a:gd name="connsiteY0" fmla="*/ 2506385 h 2506385"/>
              <a:gd name="connsiteX1" fmla="*/ 2859749 w 5069810"/>
              <a:gd name="connsiteY1" fmla="*/ 1 h 2506385"/>
              <a:gd name="connsiteX2" fmla="*/ 2873126 w 5069810"/>
              <a:gd name="connsiteY2" fmla="*/ 0 h 2506385"/>
              <a:gd name="connsiteX3" fmla="*/ 5069810 w 5069810"/>
              <a:gd name="connsiteY3" fmla="*/ 2506385 h 2506385"/>
            </a:gdLst>
            <a:ahLst/>
            <a:cxnLst>
              <a:cxn ang="0">
                <a:pos x="connsiteX0" y="connsiteY0"/>
              </a:cxn>
              <a:cxn ang="0">
                <a:pos x="connsiteX1" y="connsiteY1"/>
              </a:cxn>
              <a:cxn ang="0">
                <a:pos x="connsiteX2" y="connsiteY2"/>
              </a:cxn>
              <a:cxn ang="0">
                <a:pos x="connsiteX3" y="connsiteY3"/>
              </a:cxn>
            </a:cxnLst>
            <a:rect l="l" t="t" r="r" b="b"/>
            <a:pathLst>
              <a:path w="5069810" h="2506385">
                <a:moveTo>
                  <a:pt x="0" y="2506385"/>
                </a:moveTo>
                <a:lnTo>
                  <a:pt x="2859749" y="1"/>
                </a:lnTo>
                <a:lnTo>
                  <a:pt x="2873126" y="0"/>
                </a:lnTo>
                <a:lnTo>
                  <a:pt x="5069810" y="2506385"/>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ubtitle 2"/>
          <p:cNvSpPr>
            <a:spLocks noGrp="1"/>
          </p:cNvSpPr>
          <p:nvPr>
            <p:ph type="subTitle" idx="1"/>
          </p:nvPr>
        </p:nvSpPr>
        <p:spPr>
          <a:xfrm>
            <a:off x="2417715" y="2177940"/>
            <a:ext cx="7358051" cy="3662246"/>
          </a:xfrm>
        </p:spPr>
        <p:txBody>
          <a:bodyPr vert="horz" lIns="91440" tIns="45720" rIns="91440" bIns="45720" rtlCol="0" anchor="ctr">
            <a:normAutofit/>
          </a:bodyPr>
          <a:lstStyle/>
          <a:p>
            <a:pPr algn="ctr">
              <a:lnSpc>
                <a:spcPct val="120000"/>
              </a:lnSpc>
            </a:pPr>
            <a:endParaRPr lang="en-US" dirty="0"/>
          </a:p>
          <a:p>
            <a:pPr algn="ctr">
              <a:lnSpc>
                <a:spcPct val="120000"/>
              </a:lnSpc>
            </a:pPr>
            <a:r>
              <a:rPr lang="en-US" sz="2000" dirty="0"/>
              <a:t>KIPLAGAT BRIAN KIPKEMBOI</a:t>
            </a:r>
          </a:p>
          <a:p>
            <a:pPr algn="ctr">
              <a:lnSpc>
                <a:spcPct val="120000"/>
              </a:lnSpc>
            </a:pPr>
            <a:endParaRPr lang="en-US" dirty="0"/>
          </a:p>
          <a:p>
            <a:pPr algn="ctr">
              <a:lnSpc>
                <a:spcPct val="120000"/>
              </a:lnSpc>
            </a:pPr>
            <a:endParaRPr lang="en-US" dirty="0"/>
          </a:p>
          <a:p>
            <a:pPr algn="ctr">
              <a:lnSpc>
                <a:spcPct val="120000"/>
              </a:lnSpc>
            </a:pPr>
            <a:r>
              <a:rPr lang="en-US" sz="2000" dirty="0"/>
              <a:t>8</a:t>
            </a:r>
            <a:r>
              <a:rPr lang="en-US" sz="2000" baseline="30000" dirty="0"/>
              <a:t>th</a:t>
            </a:r>
            <a:r>
              <a:rPr lang="en-US" sz="2000" dirty="0"/>
              <a:t> April 2024</a:t>
            </a:r>
          </a:p>
        </p:txBody>
      </p:sp>
      <p:cxnSp>
        <p:nvCxnSpPr>
          <p:cNvPr id="20" name="Straight Connector 19">
            <a:extLst>
              <a:ext uri="{FF2B5EF4-FFF2-40B4-BE49-F238E27FC236}">
                <a16:creationId xmlns:a16="http://schemas.microsoft.com/office/drawing/2014/main" id="{3C0930BD-361E-4C4D-8B08-ED210DFA2D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A6529-BAE9-8B0D-2F5B-8DC0CCC65298}"/>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B43BBA5B-8DC9-D46E-8AF9-65620D29087B}"/>
              </a:ext>
            </a:extLst>
          </p:cNvPr>
          <p:cNvSpPr>
            <a:spLocks noGrp="1"/>
          </p:cNvSpPr>
          <p:nvPr>
            <p:ph idx="1"/>
          </p:nvPr>
        </p:nvSpPr>
        <p:spPr/>
        <p:txBody>
          <a:bodyPr vert="horz" lIns="91440" tIns="45720" rIns="91440" bIns="45720" rtlCol="0" anchor="t">
            <a:normAutofit/>
          </a:bodyPr>
          <a:lstStyle/>
          <a:p>
            <a:r>
              <a:rPr lang="en-US" sz="1800" dirty="0">
                <a:effectLst/>
                <a:latin typeface="Times New Roman" panose="02020603050405020304" pitchFamily="18" charset="0"/>
                <a:ea typeface="Calibri" panose="020F0502020204030204" pitchFamily="34" charset="0"/>
              </a:rPr>
              <a:t>The introduction of Church Management Systems (CMS) has revolutionized the way churches organize their operations and communicate with their members</a:t>
            </a:r>
          </a:p>
          <a:p>
            <a:r>
              <a:rPr lang="en-US" sz="1800" dirty="0">
                <a:effectLst/>
                <a:latin typeface="Times New Roman" panose="02020603050405020304" pitchFamily="18" charset="0"/>
                <a:ea typeface="Calibri" panose="020F0502020204030204" pitchFamily="34" charset="0"/>
              </a:rPr>
              <a:t>This introduction sets the stage for understanding the significance and functionality of a Church Management System</a:t>
            </a:r>
            <a:endParaRPr lang="en-US" sz="1800" dirty="0">
              <a:latin typeface="Times New Roman" panose="02020603050405020304" pitchFamily="18" charset="0"/>
              <a:ea typeface="Calibri" panose="020F0502020204030204" pitchFamily="34" charset="0"/>
            </a:endParaRPr>
          </a:p>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CMS is a software solution specifically designed to assist churches in managing their administrative tasks, congregational data, and communication channels in a centralized and user-friendly manner.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508758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10925-0B23-8E52-A280-44600DAD158A}"/>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235B6374-DC20-DA93-7A9E-0599AB81695C}"/>
              </a:ext>
            </a:extLst>
          </p:cNvPr>
          <p:cNvSpPr>
            <a:spLocks noGrp="1"/>
          </p:cNvSpPr>
          <p:nvPr>
            <p:ph idx="1"/>
          </p:nvPr>
        </p:nvSpPr>
        <p:spPr/>
        <p:txBody>
          <a:bodyPr vert="horz" lIns="91440" tIns="45720" rIns="91440" bIns="45720" rtlCol="0" anchor="t">
            <a:normAutofit/>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System review involves analyzing existing systems in the market to understand their functionalities, advantages, and disadvantages, thereby guiding the development of our system to address existing gaps.</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In the context of our study on church management systems, this review is essential for comparing different systems, functionalities, and perspectives to inform the development of a more efficient and user-friendly system. </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Traditional church management systems often lack member management functionalities. Existing standalone systems are often unsuitable for church settings.</a:t>
            </a:r>
          </a:p>
          <a:p>
            <a:endParaRPr lang="en-US" dirty="0"/>
          </a:p>
        </p:txBody>
      </p:sp>
    </p:spTree>
    <p:extLst>
      <p:ext uri="{BB962C8B-B14F-4D97-AF65-F5344CB8AC3E}">
        <p14:creationId xmlns:p14="http://schemas.microsoft.com/office/powerpoint/2010/main" val="3620777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98085-F86A-9E11-3939-7F8777E5ACDD}"/>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21862CD5-F353-CE6A-A47E-C9182CA3AC29}"/>
              </a:ext>
            </a:extLst>
          </p:cNvPr>
          <p:cNvSpPr>
            <a:spLocks noGrp="1"/>
          </p:cNvSpPr>
          <p:nvPr>
            <p:ph idx="1"/>
          </p:nvPr>
        </p:nvSpPr>
        <p:spPr/>
        <p:txBody>
          <a:bodyPr vert="horz" lIns="91440" tIns="45720" rIns="91440" bIns="45720" rtlCol="0" anchor="t">
            <a:normAutofit fontScale="70000" lnSpcReduction="20000"/>
          </a:bodyPr>
          <a:lstStyle/>
          <a:p>
            <a:r>
              <a:rPr lang="en-US" dirty="0"/>
              <a:t>1. Comprehensive requirement analysis involving key stakeholders: Engage with church administrators, pastors, volunteers, and members through interviews, surveys, and consultations to understand challenges, workflows, communication needs, and expectations.   </a:t>
            </a:r>
          </a:p>
          <a:p>
            <a:r>
              <a:rPr lang="en-US" dirty="0"/>
              <a:t>2. Detailed requirement specification document: Outcome of the analysis phase will be a document outlining functional and non-functional requirements of the CMS, guiding the development team in designing, implementing, and testing the system to meet the church community's unique needs.</a:t>
            </a:r>
          </a:p>
          <a:p>
            <a:r>
              <a:rPr lang="en-US" dirty="0"/>
              <a:t>3. Iterative design processes and user engagement: Designers interact with users through usability testing, prototyping, and feedback sessions to create intuitive interfaces and functionalities, emphasizing understanding user behaviors, preferences, and tasks.</a:t>
            </a:r>
          </a:p>
          <a:p>
            <a:r>
              <a:rPr lang="en-US" dirty="0"/>
              <a:t>4. Agile Development methodology: Prioritizes collaboration, flexibility, and customer feedback by breaking down development into small iterations (sprints) where cross-functional teams work on delivering functional increments. Agile methodologies promote adaptability to changing requirements and continuous improvement throughout the development lifecycle.</a:t>
            </a:r>
          </a:p>
        </p:txBody>
      </p:sp>
    </p:spTree>
    <p:extLst>
      <p:ext uri="{BB962C8B-B14F-4D97-AF65-F5344CB8AC3E}">
        <p14:creationId xmlns:p14="http://schemas.microsoft.com/office/powerpoint/2010/main" val="412361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7AACC-D313-4960-47A6-C45EC40A131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22DE7036-35EE-3898-F72E-DEC22E0E8B6F}"/>
              </a:ext>
            </a:extLst>
          </p:cNvPr>
          <p:cNvSpPr>
            <a:spLocks noGrp="1"/>
          </p:cNvSpPr>
          <p:nvPr>
            <p:ph idx="1"/>
          </p:nvPr>
        </p:nvSpPr>
        <p:spPr/>
        <p:txBody>
          <a:bodyPr vert="horz" lIns="91440" tIns="45720" rIns="91440" bIns="45720" rtlCol="0" anchor="t">
            <a:normAutofit/>
          </a:bodyPr>
          <a:lstStyle/>
          <a:p>
            <a:r>
              <a:rPr lang="en-US" sz="1800" dirty="0">
                <a:effectLst/>
                <a:latin typeface="Arial" panose="020B0604020202020204" pitchFamily="34" charset="0"/>
                <a:ea typeface="Calibri" panose="020F0502020204030204" pitchFamily="34" charset="0"/>
                <a:cs typeface="Arial" panose="020B0604020202020204" pitchFamily="34" charset="0"/>
              </a:rPr>
              <a:t>Male occupied the highest position than female. Additionally, the distribution of members across different counties, hostel and ministries were as follows</a:t>
            </a:r>
          </a:p>
          <a:p>
            <a:r>
              <a:rPr lang="en-US" dirty="0">
                <a:latin typeface="Arial" panose="020B0604020202020204" pitchFamily="34" charset="0"/>
                <a:cs typeface="Arial" panose="020B0604020202020204" pitchFamily="34" charset="0"/>
              </a:rPr>
              <a:t>Most of the members in the church are male </a:t>
            </a:r>
          </a:p>
          <a:p>
            <a:pPr marL="0" indent="0">
              <a:buNone/>
            </a:pPr>
            <a:endParaRPr lang="en-US" dirty="0"/>
          </a:p>
        </p:txBody>
      </p:sp>
    </p:spTree>
    <p:extLst>
      <p:ext uri="{BB962C8B-B14F-4D97-AF65-F5344CB8AC3E}">
        <p14:creationId xmlns:p14="http://schemas.microsoft.com/office/powerpoint/2010/main" val="2135107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36047-E202-0126-7973-4DD836C565CF}"/>
              </a:ext>
            </a:extLst>
          </p:cNvPr>
          <p:cNvSpPr>
            <a:spLocks noGrp="1"/>
          </p:cNvSpPr>
          <p:nvPr>
            <p:ph type="title"/>
          </p:nvPr>
        </p:nvSpPr>
        <p:spPr/>
        <p:txBody>
          <a:bodyPr/>
          <a:lstStyle/>
          <a:p>
            <a:r>
              <a:rPr lang="en-US" dirty="0"/>
              <a:t>Pie Chart:</a:t>
            </a:r>
          </a:p>
        </p:txBody>
      </p:sp>
      <p:pic>
        <p:nvPicPr>
          <p:cNvPr id="5" name="Content Placeholder 4" descr="Forms response chart. Question title: Gender. Number of responses: 16 responses.">
            <a:extLst>
              <a:ext uri="{FF2B5EF4-FFF2-40B4-BE49-F238E27FC236}">
                <a16:creationId xmlns:a16="http://schemas.microsoft.com/office/drawing/2014/main" id="{290ADB71-653F-CD02-2E64-242B479453E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126135" y="2866546"/>
            <a:ext cx="5939730" cy="2498095"/>
          </a:xfrm>
          <a:prstGeom prst="rect">
            <a:avLst/>
          </a:prstGeom>
          <a:noFill/>
          <a:ln>
            <a:noFill/>
          </a:ln>
        </p:spPr>
      </p:pic>
    </p:spTree>
    <p:extLst>
      <p:ext uri="{BB962C8B-B14F-4D97-AF65-F5344CB8AC3E}">
        <p14:creationId xmlns:p14="http://schemas.microsoft.com/office/powerpoint/2010/main" val="3666075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C41D5-F912-6737-6B3B-AFDBE23FF21D}"/>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760A1748-41FC-0AE0-C1E6-41115D2E04E3}"/>
              </a:ext>
            </a:extLst>
          </p:cNvPr>
          <p:cNvSpPr>
            <a:spLocks noGrp="1"/>
          </p:cNvSpPr>
          <p:nvPr>
            <p:ph idx="1"/>
          </p:nvPr>
        </p:nvSpPr>
        <p:spPr/>
        <p:txBody>
          <a:bodyPr vert="horz" lIns="91440" tIns="45720" rIns="91440" bIns="45720" rtlCol="0" anchor="t">
            <a:normAutofit/>
          </a:bodyPr>
          <a:lstStyle/>
          <a:p>
            <a:r>
              <a:rPr lang="en-US" dirty="0"/>
              <a:t>With regards to my research objectives, I came to a conclusion that most of the churches are operating with the paper work system. </a:t>
            </a:r>
          </a:p>
          <a:p>
            <a:r>
              <a:rPr lang="en-US" dirty="0"/>
              <a:t>The new Church management system measures are to be implemented.</a:t>
            </a:r>
          </a:p>
          <a:p>
            <a:r>
              <a:rPr lang="en-US" dirty="0"/>
              <a:t>After doing research we found that the CMS simplifies 100% of the work that are taking place in the churches </a:t>
            </a:r>
          </a:p>
        </p:txBody>
      </p:sp>
    </p:spTree>
    <p:extLst>
      <p:ext uri="{BB962C8B-B14F-4D97-AF65-F5344CB8AC3E}">
        <p14:creationId xmlns:p14="http://schemas.microsoft.com/office/powerpoint/2010/main" val="324921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3A1B5-63E3-74C8-345B-2D9AD0A33B37}"/>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7334D31-AEE9-AB62-21FA-D9EA108BB035}"/>
              </a:ext>
            </a:extLst>
          </p:cNvPr>
          <p:cNvSpPr>
            <a:spLocks noGrp="1"/>
          </p:cNvSpPr>
          <p:nvPr>
            <p:ph idx="1"/>
          </p:nvPr>
        </p:nvSpPr>
        <p:spPr/>
        <p:txBody>
          <a:bodyPr vert="horz" lIns="91440" tIns="45720" rIns="91440" bIns="45720" rtlCol="0" anchor="t">
            <a:normAutofit/>
          </a:bodyPr>
          <a:lstStyle/>
          <a:p>
            <a:r>
              <a:rPr lang="en-US" dirty="0"/>
              <a:t>In conclusion, the implementation of multi-factor authentication stands as a pivotal measure towards bolstering the security infrastructure of the church management system. Despite potential challenges, the advantages of multi-factor authentication far outweigh any drawbacks, positioning it as an indispensable tool in safeguarding church member information and organizational assets</a:t>
            </a:r>
            <a:r>
              <a:rPr lang="en-US"/>
              <a:t>. </a:t>
            </a:r>
          </a:p>
          <a:p>
            <a:r>
              <a:rPr lang="en-US"/>
              <a:t>As </a:t>
            </a:r>
            <a:r>
              <a:rPr lang="en-US" dirty="0"/>
              <a:t>the landscape of church administration technology advances, it is imperative for religious institutions to prioritize the adoption of robust security protocols, including multi-factor authentication, to uphold the integrity of their operations and foster continued trust among their members in the digital realm</a:t>
            </a:r>
          </a:p>
        </p:txBody>
      </p:sp>
    </p:spTree>
    <p:extLst>
      <p:ext uri="{BB962C8B-B14F-4D97-AF65-F5344CB8AC3E}">
        <p14:creationId xmlns:p14="http://schemas.microsoft.com/office/powerpoint/2010/main" val="2065061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C6270-E88F-A14D-D68D-661CC7A4C94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7E10AA5F-2C32-B8E0-23F9-EE436059D7DF}"/>
              </a:ext>
            </a:extLst>
          </p:cNvPr>
          <p:cNvSpPr>
            <a:spLocks noGrp="1"/>
          </p:cNvSpPr>
          <p:nvPr>
            <p:ph idx="1"/>
          </p:nvPr>
        </p:nvSpPr>
        <p:spPr/>
        <p:txBody>
          <a:bodyPr vert="horz" lIns="91440" tIns="45720" rIns="91440" bIns="45720" rtlCol="0" anchor="t">
            <a:normAutofit/>
          </a:bodyPr>
          <a:lstStyle/>
          <a:p>
            <a:r>
              <a:rPr lang="en-US" dirty="0"/>
              <a:t>Below are the URL of the websites I referred to when doing the literature review:</a:t>
            </a:r>
          </a:p>
          <a:p>
            <a:r>
              <a:rPr lang="en-US" dirty="0"/>
              <a:t>History of mobile banking:  </a:t>
            </a:r>
            <a:r>
              <a:rPr lang="en-US" dirty="0">
                <a:ea typeface="+mn-lt"/>
                <a:cs typeface="+mn-lt"/>
                <a:hlinkClick r:id="rId2"/>
              </a:rPr>
              <a:t>https://finanteq.com/blog/fintech-trends/history-of-mobile-banking-how-it-all-started/</a:t>
            </a:r>
            <a:endParaRPr lang="en-US" dirty="0">
              <a:ea typeface="+mn-lt"/>
              <a:cs typeface="+mn-lt"/>
            </a:endParaRPr>
          </a:p>
          <a:p>
            <a:r>
              <a:rPr lang="en-US" dirty="0"/>
              <a:t>Mobile banking security: </a:t>
            </a:r>
            <a:r>
              <a:rPr lang="en-US" dirty="0">
                <a:ea typeface="+mn-lt"/>
                <a:cs typeface="+mn-lt"/>
                <a:hlinkClick r:id="rId3"/>
              </a:rPr>
              <a:t>https://fastercapital.com/topics/the-rise-of-mobile-banking-and-the-need-for-security.html</a:t>
            </a:r>
            <a:endParaRPr lang="en-US" dirty="0">
              <a:ea typeface="+mn-lt"/>
              <a:cs typeface="+mn-lt"/>
            </a:endParaRPr>
          </a:p>
          <a:p>
            <a:r>
              <a:rPr lang="en-US" dirty="0"/>
              <a:t>Effectiveness of multi-factor authentication: </a:t>
            </a:r>
            <a:r>
              <a:rPr lang="en-US" dirty="0">
                <a:ea typeface="+mn-lt"/>
                <a:cs typeface="+mn-lt"/>
                <a:hlinkClick r:id="rId4"/>
              </a:rPr>
              <a:t>https://www.miniorange.com/blog/why-mfa-for-banks-and-financial-institutions/</a:t>
            </a:r>
            <a:endParaRPr lang="en-US" dirty="0">
              <a:ea typeface="+mn-lt"/>
              <a:cs typeface="+mn-lt"/>
            </a:endParaRPr>
          </a:p>
          <a:p>
            <a:endParaRPr lang="en-US" dirty="0"/>
          </a:p>
        </p:txBody>
      </p:sp>
    </p:spTree>
    <p:extLst>
      <p:ext uri="{BB962C8B-B14F-4D97-AF65-F5344CB8AC3E}">
        <p14:creationId xmlns:p14="http://schemas.microsoft.com/office/powerpoint/2010/main" val="3517061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877399-E62B-9AB7-3894-571C2530DD19}"/>
              </a:ext>
            </a:extLst>
          </p:cNvPr>
          <p:cNvSpPr>
            <a:spLocks noGrp="1"/>
          </p:cNvSpPr>
          <p:nvPr>
            <p:ph type="title"/>
          </p:nvPr>
        </p:nvSpPr>
        <p:spPr/>
        <p:txBody>
          <a:bodyPr/>
          <a:lstStyle/>
          <a:p>
            <a:r>
              <a:rPr lang="en-US" dirty="0"/>
              <a:t>Appreciation:</a:t>
            </a:r>
          </a:p>
        </p:txBody>
      </p:sp>
      <p:sp>
        <p:nvSpPr>
          <p:cNvPr id="5" name="Content Placeholder 4">
            <a:extLst>
              <a:ext uri="{FF2B5EF4-FFF2-40B4-BE49-F238E27FC236}">
                <a16:creationId xmlns:a16="http://schemas.microsoft.com/office/drawing/2014/main" id="{E4456472-1C16-7F73-3ADA-9F937A85E9C8}"/>
              </a:ext>
            </a:extLst>
          </p:cNvPr>
          <p:cNvSpPr>
            <a:spLocks noGrp="1"/>
          </p:cNvSpPr>
          <p:nvPr>
            <p:ph idx="1"/>
          </p:nvPr>
        </p:nvSpPr>
        <p:spPr/>
        <p:txBody>
          <a:bodyPr vert="horz" lIns="91440" tIns="45720" rIns="91440" bIns="45720" rtlCol="0" anchor="t">
            <a:normAutofit/>
          </a:bodyPr>
          <a:lstStyle/>
          <a:p>
            <a:r>
              <a:rPr lang="en-US" dirty="0"/>
              <a:t>I would like to appreciate everyone who participated in the data collection process by availing themselves for the interview and also participating in filling questionnaire. </a:t>
            </a:r>
          </a:p>
          <a:p>
            <a:r>
              <a:rPr lang="en-US" dirty="0"/>
              <a:t>I would also like to extend my gratitude to my supervisor who guided me through the whole time of writing the proposal and finally the implementation of the mobile banking application with enhanced security measures.</a:t>
            </a:r>
          </a:p>
          <a:p>
            <a:endParaRPr lang="en-US" dirty="0"/>
          </a:p>
          <a:p>
            <a:pPr marL="0" indent="0">
              <a:buNone/>
            </a:pPr>
            <a:r>
              <a:rPr lang="en-US" sz="2400" dirty="0"/>
              <a:t>                    </a:t>
            </a:r>
            <a:r>
              <a:rPr lang="en-US" sz="2800" dirty="0"/>
              <a:t>THANK YOU!</a:t>
            </a:r>
          </a:p>
        </p:txBody>
      </p:sp>
    </p:spTree>
    <p:extLst>
      <p:ext uri="{BB962C8B-B14F-4D97-AF65-F5344CB8AC3E}">
        <p14:creationId xmlns:p14="http://schemas.microsoft.com/office/powerpoint/2010/main" val="1666711440"/>
      </p:ext>
    </p:extLst>
  </p:cSld>
  <p:clrMapOvr>
    <a:masterClrMapping/>
  </p:clrMapOvr>
</p:sld>
</file>

<file path=ppt/theme/theme1.xml><?xml version="1.0" encoding="utf-8"?>
<a:theme xmlns:a="http://schemas.openxmlformats.org/drawingml/2006/main" name="RegattaVTI">
  <a:themeElements>
    <a:clrScheme name="Regatta Yellow">
      <a:dk1>
        <a:sysClr val="windowText" lastClr="000000"/>
      </a:dk1>
      <a:lt1>
        <a:sysClr val="window" lastClr="FFFFFF"/>
      </a:lt1>
      <a:dk2>
        <a:srgbClr val="181C30"/>
      </a:dk2>
      <a:lt2>
        <a:srgbClr val="C8E1F4"/>
      </a:lt2>
      <a:accent1>
        <a:srgbClr val="217ED3"/>
      </a:accent1>
      <a:accent2>
        <a:srgbClr val="B92525"/>
      </a:accent2>
      <a:accent3>
        <a:srgbClr val="18558C"/>
      </a:accent3>
      <a:accent4>
        <a:srgbClr val="1D8B35"/>
      </a:accent4>
      <a:accent5>
        <a:srgbClr val="EA75AA"/>
      </a:accent5>
      <a:accent6>
        <a:srgbClr val="F5A700"/>
      </a:accent6>
      <a:hlink>
        <a:srgbClr val="DB0000"/>
      </a:hlink>
      <a:folHlink>
        <a:srgbClr val="066BB6"/>
      </a:folHlink>
    </a:clrScheme>
    <a:fontScheme name="Walbaum Display">
      <a:majorFont>
        <a:latin typeface="Walbaum Display"/>
        <a:ea typeface=""/>
        <a:cs typeface=""/>
      </a:majorFont>
      <a:minorFont>
        <a:latin typeface="Walbaum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gattaVTI" id="{FFC3BCE5-6357-41D1-8E67-3F85B69D7E86}" vid="{893A6374-FE17-48E5-8B62-678C1B11AA1B}"/>
    </a:ext>
  </a:extLst>
</a:theme>
</file>

<file path=docProps/app.xml><?xml version="1.0" encoding="utf-8"?>
<Properties xmlns="http://schemas.openxmlformats.org/officeDocument/2006/extended-properties" xmlns:vt="http://schemas.openxmlformats.org/officeDocument/2006/docPropsVTypes">
  <Template>office theme</Template>
  <TotalTime>75</TotalTime>
  <Words>676</Words>
  <Application>Microsoft Office PowerPoint</Application>
  <PresentationFormat>Widescreen</PresentationFormat>
  <Paragraphs>40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Times New Roman</vt:lpstr>
      <vt:lpstr>Walbaum Display</vt:lpstr>
      <vt:lpstr>RegattaVTI</vt:lpstr>
      <vt:lpstr>Church Management System</vt:lpstr>
      <vt:lpstr>Introduction:</vt:lpstr>
      <vt:lpstr>Literature Review:</vt:lpstr>
      <vt:lpstr>Methodology:</vt:lpstr>
      <vt:lpstr>Results:</vt:lpstr>
      <vt:lpstr>Pie Chart:</vt:lpstr>
      <vt:lpstr>Discussion:</vt:lpstr>
      <vt:lpstr>Conclusion:</vt:lpstr>
      <vt:lpstr>References:</vt:lpstr>
      <vt:lpstr>Appreciation: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Emmanuel Erogo</dc:creator>
  <cp:lastModifiedBy>Brian Lagat</cp:lastModifiedBy>
  <cp:revision>479</cp:revision>
  <dcterms:created xsi:type="dcterms:W3CDTF">2024-04-06T06:30:27Z</dcterms:created>
  <dcterms:modified xsi:type="dcterms:W3CDTF">2024-04-07T08:26:17Z</dcterms:modified>
</cp:coreProperties>
</file>